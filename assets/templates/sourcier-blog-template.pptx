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25880"/>
            <a:ext cx="5029200" cy="5029200"/>
          </a:xfrm>
          <a:prstGeom prst="roundRect">
            <a:avLst>
              <a:gd name="adj" fmla="val 5455"/>
            </a:avLst>
          </a:prstGeom>
          <a:solidFill>
            <a:srgbClr val="E8006A">
              <a:alpha val="26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1097280"/>
            <a:ext cx="4480560" cy="4480560"/>
          </a:xfrm>
          <a:prstGeom prst="roundRect">
            <a:avLst>
              <a:gd name="adj" fmla="val 6122"/>
            </a:avLst>
          </a:prstGeom>
          <a:solidFill>
            <a:srgbClr val="2A7D5B">
              <a:alpha val="18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011680" y="4389120"/>
            <a:ext cx="5669280" cy="365760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7315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1216152"/>
            <a:ext cx="2377440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5E5E5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Subtitle or short framing statement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5E5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Roger Rajaratnam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29107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SECTION HEADING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 this slide to split major themes.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11277295" cy="3246120"/>
          </a:xfrm>
          <a:prstGeom prst="roundRect">
            <a:avLst>
              <a:gd name="adj" fmla="val 2254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31720"/>
            <a:ext cx="146304" cy="3246120"/>
          </a:xfrm>
          <a:prstGeom prst="rect">
            <a:avLst/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063240"/>
            <a:ext cx="8961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SECTION TITLE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960120" y="3840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Optional context line for this part of the deck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CONTENT LAYOUT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Two-column slide with clear visual hierarchy.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5440680" cy="3977640"/>
          </a:xfrm>
          <a:prstGeom prst="rect">
            <a:avLst/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91072" y="2148840"/>
            <a:ext cx="5440680" cy="3977640"/>
          </a:xfrm>
          <a:prstGeom prst="rect">
            <a:avLst/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48716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Left column heading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86384" y="2971800"/>
            <a:ext cx="475488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- Point one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- Point two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- Point three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20256" y="248716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Right column heading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620256" y="2971800"/>
            <a:ext cx="4754880" cy="2834640"/>
          </a:xfrm>
          <a:prstGeom prst="roundRect">
            <a:avLst>
              <a:gd name="adj" fmla="val 2581"/>
            </a:avLst>
          </a:prstGeom>
          <a:solidFill>
            <a:srgbClr val="F6ECE1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416052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Drop chart, screenshot, or code image here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QUOTE LAYOUT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Ideal for key takeaways and narrative pivots.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143000" y="2240280"/>
            <a:ext cx="9921240" cy="3063240"/>
          </a:xfrm>
          <a:prstGeom prst="roundRect">
            <a:avLst>
              <a:gd name="adj" fmla="val 2985"/>
            </a:avLst>
          </a:prstGeom>
          <a:solidFill>
            <a:srgbClr val="FFFAF4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2240280"/>
            <a:ext cx="128016" cy="3063240"/>
          </a:xfrm>
          <a:prstGeom prst="rect">
            <a:avLst/>
          </a:prstGeom>
          <a:solidFill>
            <a:srgbClr val="2A7D5B"/>
          </a:solidFill>
          <a:ln w="12700">
            <a:solidFill>
              <a:srgbClr val="2A7D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"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194560" y="301752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700" i="1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Replace with a strong insight, user quote, or key lesson from the project.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2194560" y="4681728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Attribution / Source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IMAGE + CAPTION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 for screenshots, architecture diagrams, or mockups.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2011680"/>
            <a:ext cx="10744200" cy="3931920"/>
          </a:xfrm>
          <a:prstGeom prst="rect">
            <a:avLst/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011680"/>
            <a:ext cx="10744200" cy="393192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75720" y="2011680"/>
            <a:ext cx="-10744200" cy="393192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386791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Replace with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6080760"/>
            <a:ext cx="10744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Caption or callout text can go here.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1645920"/>
            <a:ext cx="5852160" cy="5852160"/>
          </a:xfrm>
          <a:prstGeom prst="roundRect">
            <a:avLst>
              <a:gd name="adj" fmla="val 4688"/>
            </a:avLst>
          </a:prstGeom>
          <a:solidFill>
            <a:srgbClr val="E8006A">
              <a:alpha val="30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-731520"/>
            <a:ext cx="4572000" cy="4572000"/>
          </a:xfrm>
          <a:prstGeom prst="roundRect">
            <a:avLst>
              <a:gd name="adj" fmla="val 6000"/>
            </a:avLst>
          </a:prstGeom>
          <a:solidFill>
            <a:srgbClr val="2A7D5B">
              <a:alpha val="18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82296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D8D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840480"/>
            <a:ext cx="4389120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663440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Roger Rajaratnam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99262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Sourcier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Sourcier Blog PowerPoint Template</dc:title>
  <dc:subject>Sourcier presentation template</dc:subject>
  <dc:creator>Sourcier</dc:creator>
  <cp:lastModifiedBy>Sourcier</cp:lastModifiedBy>
  <cp:revision>1</cp:revision>
  <dcterms:created xsi:type="dcterms:W3CDTF">2026-04-20T09:22:13Z</dcterms:created>
  <dcterms:modified xsi:type="dcterms:W3CDTF">2026-04-20T09:22:13Z</dcterms:modified>
</cp:coreProperties>
</file>