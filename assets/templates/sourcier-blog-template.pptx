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25880"/>
            <a:ext cx="5029200" cy="5029200"/>
          </a:xfrm>
          <a:prstGeom prst="roundRect">
            <a:avLst>
              <a:gd name="adj" fmla="val 5455"/>
            </a:avLst>
          </a:prstGeom>
          <a:solidFill>
            <a:srgbClr val="E8006A">
              <a:alpha val="26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5669280" cy="365760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216152"/>
            <a:ext cx="2377440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PRESENTATION TITLE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5E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Subtitle or short framing statement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5E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Roger Rajaratnam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291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006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SECTION HEADING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this slide to split major themes.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77295" cy="3246120"/>
          </a:xfrm>
          <a:prstGeom prst="roundRect">
            <a:avLst>
              <a:gd name="adj" fmla="val 2254"/>
            </a:avLst>
          </a:prstGeom>
          <a:solidFill>
            <a:srgbClr val="F9F9F9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146304" cy="3246120"/>
          </a:xfrm>
          <a:prstGeom prst="rect">
            <a:avLst/>
          </a:prstGeom>
          <a:solidFill>
            <a:srgbClr val="E8006A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063240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SECTION TITLE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60120" y="3840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Optional context line for this part of the deck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73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4420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[slide number]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CONTENT LAYOUT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Two-column slide with clear visual hierarchy.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5440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2148840"/>
            <a:ext cx="5440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4871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Left column heading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86384" y="29718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Point one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Point two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Point three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0256" y="24871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Right column heading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620256" y="297180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4160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Drop chart, screenshot, or code image here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73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4420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[slide number]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QUOTE LAYOUT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Ideal for key takeaways and narrative pivots.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2240280"/>
            <a:ext cx="99212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4688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8006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"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194560" y="301752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Replace with a strong insight, user quote, or key lesson from the project.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194560" y="46817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Attribution / 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73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4420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[slide number]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IMAGE + CAPTION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for screenshots, architecture diagrams, or mockups.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10744200" cy="3931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10744200" cy="39319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2011680"/>
            <a:ext cx="-10744200" cy="39319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38679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Replace with image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080760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Caption or callout text can go here.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73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4420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[slide number]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645920"/>
            <a:ext cx="5852160" cy="5852160"/>
          </a:xfrm>
          <a:prstGeom prst="roundRect">
            <a:avLst>
              <a:gd name="adj" fmla="val 4688"/>
            </a:avLst>
          </a:prstGeom>
          <a:solidFill>
            <a:srgbClr val="E8006A">
              <a:alpha val="30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D8D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4389120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6634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Roger Rajaratnam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992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006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Sourcier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Sourcier Blog PowerPoint Template</dc:title>
  <dc:subject>Sourcier presentation template</dc:subject>
  <dc:creator>Sourcier</dc:creator>
  <cp:lastModifiedBy>Sourcier</cp:lastModifiedBy>
  <cp:revision>1</cp:revision>
  <dcterms:created xsi:type="dcterms:W3CDTF">2026-04-14T10:45:14Z</dcterms:created>
  <dcterms:modified xsi:type="dcterms:W3CDTF">2026-04-14T10:45:14Z</dcterms:modified>
</cp:coreProperties>
</file>